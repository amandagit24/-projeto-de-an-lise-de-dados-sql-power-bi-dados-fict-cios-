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318BC-395E-4A26-98B9-0DAB2588D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B8271E-2EEE-4E2A-954E-4682A9A21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355DF7-B230-4234-90FA-1D79D664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58CE57-1878-4BDB-BCEC-34F4C01D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7FC059-264F-4CF8-8B47-E443C42D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74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F9726-B391-463C-830C-79C3CAB2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C23EFD-D1B8-4A37-9BEF-17B467CA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E2CBA6-8691-47BF-9E16-A789E655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298167-443F-4DB9-8502-2ADF37BC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0699EC-DCF5-4287-8166-409F4365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3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192-1DE9-43DD-9BE0-2B5476DC3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8C2383-6EF9-477C-BF95-5944F6806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879F77-2C52-4766-BB31-318FF61B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CB81EB-860F-4649-BFB1-997D6AE7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791363-7CC5-417F-93D8-DB0E81C6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6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F7C37-8136-4EB2-A15D-262E5870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FB8776-0D75-46A0-AF43-EEEFDB10EC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23BCB4-327A-4B2B-AD9A-7D35AAB27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81FB21-CA70-42BF-8EE7-03BCBA95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8CDD808-ABDA-476C-8A64-4AEEFE43E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79758F-79B9-4B24-90E8-1DC776C8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0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0EF29-3C70-453A-94B1-E22CBD8D5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62A4D1-2F74-43F8-B693-2523FC999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9B7EE1-ECB7-4349-908B-49A006FAB1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EA969E-5AFC-4C42-9D60-3D8351912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7495C2-9B57-4651-896E-2E35F649E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98D0195-DEF9-49E4-95A8-05B6409D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EA33CE-EC2D-400E-A977-169CCD7F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E42DBF-51C0-468C-B4A0-80A9C696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09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B72E28-2C32-40EB-9CCD-0132B13A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C083B08-7B28-4F27-A898-274E4FE8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99E212-0C5C-45E8-A37C-571705119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4DD529-4A01-4B7E-97E8-48A9CA4F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4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FA14C98-C16C-4576-A8AC-E5BD403D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5147C2-9AFE-4C8D-BD07-32ED1A40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6CEA07-49DD-4529-A3C0-907860471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1865D-8A78-4350-A414-009794213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50948F-1230-4CD6-93FB-4487D90D0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383B49-2A87-4807-AB38-93B103DF6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EFB38D-6C4D-492A-82C5-CC458D81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3F066F-35E1-4C33-BF1B-2D7B5F07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724A50-CB84-4D8E-87A8-3C985275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8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7DF80-B331-4A23-9926-B5F96CC6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D4A59C3-ABAA-4736-95AD-8C2BE120A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682EDD-BC25-4334-9F5C-7580FEBD7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9BE9F1-1CEF-410A-974B-B09D3440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FB6004-23CE-48A5-9DBF-9034F10A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CD5543-A50F-459E-A262-17BC9735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23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1DD96-A612-499B-AE4E-EBA38F4C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CCB488-44EC-4B89-BD44-FB34C1AB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4EC8A6-1549-424F-B44C-20281A4FD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305411-2505-4360-B96D-E5369389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5D4FE2-348C-442C-B5C6-4A0A8B2D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8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BFC0C-24A5-416E-B140-A898408F7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CFD592-57EC-48BC-8733-D1EDBEDE3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CB84BA-AAB0-468D-B2D2-15CDD685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624C93-C5B4-421B-9A65-3755F5477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1C91DE-EADB-4E9F-8785-1042638C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22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2D24CE-C83C-4BD9-93E5-633449EF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4DC0A8-EF86-4F81-B40D-1EABB073A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CD768B-9FC4-44BB-95F9-1D2E251074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4B405-8286-47DC-83EE-11E65492000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47EE7A-0701-4459-9445-ABE06F2F6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36AB20-AECA-46F0-A726-F8F643B80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B64E0-5D69-4E7A-A5D6-94E57E7FB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6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7AAE5D2-A261-416F-A089-AB737BB1B2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A53FB6A-8A6B-4214-870D-150B78D6CAF9}"/>
              </a:ext>
            </a:extLst>
          </p:cNvPr>
          <p:cNvSpPr/>
          <p:nvPr/>
        </p:nvSpPr>
        <p:spPr>
          <a:xfrm>
            <a:off x="9994641" y="270588"/>
            <a:ext cx="1884783" cy="13156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928F92D8-78F8-4C50-B790-631D8C378444}"/>
              </a:ext>
            </a:extLst>
          </p:cNvPr>
          <p:cNvSpPr/>
          <p:nvPr/>
        </p:nvSpPr>
        <p:spPr>
          <a:xfrm>
            <a:off x="2357264" y="270588"/>
            <a:ext cx="7511416" cy="13156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2B3FDBB-C307-45E3-8F6F-6286D6AF9D56}"/>
              </a:ext>
            </a:extLst>
          </p:cNvPr>
          <p:cNvSpPr/>
          <p:nvPr/>
        </p:nvSpPr>
        <p:spPr>
          <a:xfrm>
            <a:off x="315687" y="1875452"/>
            <a:ext cx="5794311" cy="207139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4B733FD-A708-404C-B62E-E23DE499D7E0}"/>
              </a:ext>
            </a:extLst>
          </p:cNvPr>
          <p:cNvSpPr/>
          <p:nvPr/>
        </p:nvSpPr>
        <p:spPr>
          <a:xfrm>
            <a:off x="6158204" y="1847461"/>
            <a:ext cx="5730552" cy="207139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531B983-AB48-4D99-B8D9-42851F6A2E03}"/>
              </a:ext>
            </a:extLst>
          </p:cNvPr>
          <p:cNvSpPr/>
          <p:nvPr/>
        </p:nvSpPr>
        <p:spPr>
          <a:xfrm>
            <a:off x="312576" y="4217437"/>
            <a:ext cx="5794311" cy="235131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976B396-D804-431C-B7EB-57C4D2947861}"/>
              </a:ext>
            </a:extLst>
          </p:cNvPr>
          <p:cNvSpPr/>
          <p:nvPr/>
        </p:nvSpPr>
        <p:spPr>
          <a:xfrm>
            <a:off x="6172202" y="4198775"/>
            <a:ext cx="5728996" cy="235131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9CB7F1E-3C27-4002-A771-A3C5B8FE0F72}"/>
              </a:ext>
            </a:extLst>
          </p:cNvPr>
          <p:cNvSpPr/>
          <p:nvPr/>
        </p:nvSpPr>
        <p:spPr>
          <a:xfrm>
            <a:off x="323463" y="270588"/>
            <a:ext cx="1884783" cy="131561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56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amanda silva</dc:creator>
  <cp:lastModifiedBy>amanda silva</cp:lastModifiedBy>
  <cp:revision>2</cp:revision>
  <dcterms:created xsi:type="dcterms:W3CDTF">2025-12-17T18:07:04Z</dcterms:created>
  <dcterms:modified xsi:type="dcterms:W3CDTF">2025-12-17T18:08:29Z</dcterms:modified>
</cp:coreProperties>
</file>